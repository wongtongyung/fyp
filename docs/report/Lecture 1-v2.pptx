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09"/>
    <p:restoredTop sz="89388"/>
  </p:normalViewPr>
  <p:slideViewPr>
    <p:cSldViewPr snapToGrid="0" snapToObjects="1">
      <p:cViewPr varScale="1">
        <p:scale>
          <a:sx n="109" d="100"/>
          <a:sy n="109" d="100"/>
        </p:scale>
        <p:origin x="11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00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246BD-A599-9141-BD49-97FAE716AB6D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CF9C-32AA-AD41-8DDB-600613741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17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CF9C-32AA-AD41-8DDB-600613741C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95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CF9C-32AA-AD41-8DDB-600613741CC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73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CF9C-32AA-AD41-8DDB-600613741CC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02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CF9C-32AA-AD41-8DDB-600613741CC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39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7BAF-4F5B-C34C-87D6-E19150F90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304B9-7175-B141-9D6F-8A3A74D49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6951C-A102-0146-9D87-64851033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7F81F-A5BD-394F-AAAC-B54FD7C6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C0873-E45E-5B44-805B-C08418921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49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8DAE1-F7AB-C743-AE25-40AEA72E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8B95E-15F6-BA42-87C4-2584BA7D1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55D7A-972F-884F-83A2-30AAFA149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CC8B9-E6BB-7A4F-A5FA-CE2B06E6F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DAB89-F0AB-7F4F-A950-2E42AAC0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60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C34AC-439F-2C43-87B4-75AFE095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F4ED6-10DC-534B-9286-1668F2CEE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BC320-0686-4942-B0E8-F28400536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F88F0-9FA4-9544-81E8-44F772F1C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7B247-4C4D-4F46-B7BF-AC73DCA0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69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F5EBC-73F8-E944-872A-12DCE2D5D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FF7A2-7819-184A-A29E-8A56B9A43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2D582-FF43-5043-9430-11208685E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7CD2C-0B5B-DB48-8D91-6771BEBF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A65E1-510F-3645-97D3-6A6A82FE9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F775B-B2B5-4942-AF85-AE48730DC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47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844E1-69D1-7341-9C1E-7F531C0CE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97D-4F15-9D40-93BD-E6B27E3F4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2EC46-4AF9-E049-B1C6-01293B661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801326-B628-144F-A574-8DE337107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9E662-7A6F-A245-8917-A8A1F82910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B3A479-39B0-2F48-9F52-7856C2803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91A8B8-6059-5F4A-88A7-2B82CD03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CDF448-EC0C-AD44-9677-8F2AE8879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64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5DA9-F752-FA46-B261-8A1B8D74F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007C6-6B7F-6843-8416-755094C1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8A4467-795D-E941-99CD-3D3B8615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42C06-801D-AB43-9F24-D1993AF9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57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B2F8B1-7064-AE4F-A3D9-113D44F3B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A5C13-8623-7A4C-82C0-4876D288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D11C6-AEF8-DA48-96FB-50ED6A73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44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DC72B-CDF8-5B49-AECB-D294A91A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EF659-7265-6B4A-BDCE-D399A9A67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BAAF2-B727-5F45-B10A-8A4F07996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34BAF-9A6C-0149-B1DE-4A5E0635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3D5A1-21E3-014E-8BAA-47B66A32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48519-6B89-E746-84B2-0559F1C7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5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782B1-E0D0-5840-A9DF-6F9ADFAE3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7DC225-CAF6-EB4E-972F-8B750043E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BB589-D6D5-FE4A-A2EF-3E43E5962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43FFD-5401-DC47-B39A-F2B89D3F4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25DFC-0D16-2545-9517-216688666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871A3-609A-9E42-B53B-E9112766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3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397D1-714D-024F-B0B1-4B952920A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25578-4E90-554E-BBB1-759CB8939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0E38D-5301-9440-91BD-51B19D76C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959A3-DDA4-764B-83AA-25B3A4E9F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5AAD8-18A5-E24F-8724-985D1A4F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56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E85BCE-D2DD-DD4D-8796-255E6B78D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F8017-E4D0-C048-990C-970642A17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E7D8A-A156-AE4C-9F1A-5F6BE0DB0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8D6F-3E41-654E-B33A-FE6DB4C7B0C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5DD36-71EE-704D-8004-551434B2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5D69B-CAD9-514E-90A1-4E5F261D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1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805E4E-0247-6545-A30E-9799FC61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965B1-701B-B144-9528-43D1C2FEA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E9EC0-9247-894F-BA33-B30777B6F0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B8D6F-3E41-654E-B33A-FE6DB4C7B0CE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4278E-5DFB-C941-864B-B4838A45D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3E7C2-1B57-6642-B223-7891C1A80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F42A5-AE5B-934F-B079-310F06A00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A3B60-DB1F-844A-8F16-11292D400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Briefing</a:t>
            </a:r>
            <a:br>
              <a:rPr lang="en-US" dirty="0"/>
            </a:br>
            <a:r>
              <a:rPr lang="en-US" dirty="0"/>
              <a:t>Final Year Project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D1DEA-81BD-3749-9A5B-A926D9E4A7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874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8B7C6-9690-4146-A765-078073175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3B0A-C988-3346-834F-AFFC158BD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Code:	TMF4935</a:t>
            </a:r>
          </a:p>
          <a:p>
            <a:r>
              <a:rPr lang="en-US" dirty="0"/>
              <a:t>Course Name:	Final Year Project 2</a:t>
            </a:r>
          </a:p>
          <a:p>
            <a:r>
              <a:rPr lang="en-US" dirty="0"/>
              <a:t>Coordinator: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Chiew</a:t>
            </a:r>
            <a:r>
              <a:rPr lang="en-US" dirty="0"/>
              <a:t> Kang </a:t>
            </a:r>
            <a:r>
              <a:rPr lang="en-US" dirty="0" err="1"/>
              <a:t>Leng</a:t>
            </a:r>
            <a:r>
              <a:rPr lang="en-US" dirty="0"/>
              <a:t> | </a:t>
            </a:r>
            <a:r>
              <a:rPr lang="en-US" dirty="0" err="1"/>
              <a:t>klchiew@unimas.my</a:t>
            </a:r>
            <a:r>
              <a:rPr lang="en-US" dirty="0"/>
              <a:t> | 082-583735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Prof. Wang Yin Chai | </a:t>
            </a:r>
            <a:r>
              <a:rPr lang="en-US" dirty="0" err="1"/>
              <a:t>ycwang@unimas.my</a:t>
            </a:r>
            <a:r>
              <a:rPr lang="en-US" dirty="0"/>
              <a:t> | 082-583793</a:t>
            </a:r>
          </a:p>
        </p:txBody>
      </p:sp>
    </p:spTree>
    <p:extLst>
      <p:ext uri="{BB962C8B-B14F-4D97-AF65-F5344CB8AC3E}">
        <p14:creationId xmlns:p14="http://schemas.microsoft.com/office/powerpoint/2010/main" val="278673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C6C0D-6B87-AD48-8ADB-1444DF44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FYP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C6023-1CE0-F846-BF4F-96B02CB27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FYP System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 http://</a:t>
            </a:r>
            <a:r>
              <a:rPr lang="en-US" dirty="0" err="1"/>
              <a:t>fcsitfyp.unimas.my</a:t>
            </a:r>
            <a:r>
              <a:rPr lang="en-US" dirty="0"/>
              <a:t>/</a:t>
            </a:r>
            <a:r>
              <a:rPr lang="en-US" dirty="0" err="1"/>
              <a:t>FYPSystem</a:t>
            </a:r>
            <a:r>
              <a:rPr lang="en-US" dirty="0"/>
              <a:t>/</a:t>
            </a:r>
          </a:p>
          <a:p>
            <a:r>
              <a:rPr lang="en-US" dirty="0" err="1"/>
              <a:t>eLeap</a:t>
            </a:r>
            <a:r>
              <a:rPr lang="en-US" dirty="0"/>
              <a:t> page</a:t>
            </a:r>
          </a:p>
          <a:p>
            <a:pPr marL="0" indent="0">
              <a:buNone/>
            </a:pPr>
            <a:r>
              <a:rPr lang="en-US" dirty="0"/>
              <a:t>	 https://</a:t>
            </a:r>
            <a:r>
              <a:rPr lang="en-US" dirty="0" err="1"/>
              <a:t>eleap.unimas.my</a:t>
            </a:r>
            <a:r>
              <a:rPr lang="en-US" dirty="0"/>
              <a:t>/course/</a:t>
            </a:r>
            <a:r>
              <a:rPr lang="en-US" dirty="0" err="1"/>
              <a:t>view.php?id</a:t>
            </a:r>
            <a:r>
              <a:rPr lang="en-US" dirty="0"/>
              <a:t>=5922</a:t>
            </a:r>
            <a:endParaRPr lang="en-US" dirty="0"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0942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ABDA-77AE-3E44-86F2-B9F6DC1B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5F1B6-45B3-E548-93E0-07D197BC7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outline</a:t>
            </a:r>
          </a:p>
          <a:p>
            <a:r>
              <a:rPr lang="en-US" dirty="0"/>
              <a:t>Assessment rubric</a:t>
            </a:r>
          </a:p>
          <a:p>
            <a:r>
              <a:rPr lang="en-US" dirty="0"/>
              <a:t>Paper template</a:t>
            </a:r>
          </a:p>
          <a:p>
            <a:r>
              <a:rPr lang="en-US" dirty="0"/>
              <a:t>FYP report guideline</a:t>
            </a:r>
          </a:p>
        </p:txBody>
      </p:sp>
    </p:spTree>
    <p:extLst>
      <p:ext uri="{BB962C8B-B14F-4D97-AF65-F5344CB8AC3E}">
        <p14:creationId xmlns:p14="http://schemas.microsoft.com/office/powerpoint/2010/main" val="2107637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D965-413E-EF4F-AA5C-F3980324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Dates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F4C34F-CECF-6F4C-BDDC-F05157BC09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5634975"/>
              </p:ext>
            </p:extLst>
          </p:nvPr>
        </p:nvGraphicFramePr>
        <p:xfrm>
          <a:off x="838200" y="1825625"/>
          <a:ext cx="10515600" cy="4362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484">
                  <a:extLst>
                    <a:ext uri="{9D8B030D-6E8A-4147-A177-3AD203B41FA5}">
                      <a16:colId xmlns:a16="http://schemas.microsoft.com/office/drawing/2014/main" val="198984715"/>
                    </a:ext>
                  </a:extLst>
                </a:gridCol>
                <a:gridCol w="6282813">
                  <a:extLst>
                    <a:ext uri="{9D8B030D-6E8A-4147-A177-3AD203B41FA5}">
                      <a16:colId xmlns:a16="http://schemas.microsoft.com/office/drawing/2014/main" val="1078002653"/>
                    </a:ext>
                  </a:extLst>
                </a:gridCol>
                <a:gridCol w="2180303">
                  <a:extLst>
                    <a:ext uri="{9D8B030D-6E8A-4147-A177-3AD203B41FA5}">
                      <a16:colId xmlns:a16="http://schemas.microsoft.com/office/drawing/2014/main" val="1806022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Agenda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Action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4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9 Mar 2026 (W2)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Submission of revised FYP 1 report (revised title if any and Gantt chart)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79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13 Apr 2026 (W7)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Submission of Chapter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60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4 May 2026 (W9)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Submission of Chapter 5 and 6 (if any)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526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11 May 2026 (W10)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Submission of draft thesis (all chapters)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116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18 May 2026 (W11)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Submission of poster + draft of full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057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4 Jun 2026 (W13)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dirty="0"/>
                        <a:t>Submission of final thesis + full paper + source code + installation kits + user manual for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4276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DA50EB-6EA1-0046-B3FE-357B3CAD8AEB}"/>
              </a:ext>
            </a:extLst>
          </p:cNvPr>
          <p:cNvSpPr txBox="1"/>
          <p:nvPr/>
        </p:nvSpPr>
        <p:spPr>
          <a:xfrm>
            <a:off x="2846439" y="6323012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* All submission is due by 5:00PM</a:t>
            </a:r>
          </a:p>
        </p:txBody>
      </p:sp>
    </p:spTree>
    <p:extLst>
      <p:ext uri="{BB962C8B-B14F-4D97-AF65-F5344CB8AC3E}">
        <p14:creationId xmlns:p14="http://schemas.microsoft.com/office/powerpoint/2010/main" val="1213016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D965-413E-EF4F-AA5C-F3980324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Symposium Date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F4C34F-CECF-6F4C-BDDC-F05157BC09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1563071"/>
              </p:ext>
            </p:extLst>
          </p:nvPr>
        </p:nvGraphicFramePr>
        <p:xfrm>
          <a:off x="838200" y="1825625"/>
          <a:ext cx="10515600" cy="2301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903">
                  <a:extLst>
                    <a:ext uri="{9D8B030D-6E8A-4147-A177-3AD203B41FA5}">
                      <a16:colId xmlns:a16="http://schemas.microsoft.com/office/drawing/2014/main" val="198984715"/>
                    </a:ext>
                  </a:extLst>
                </a:gridCol>
                <a:gridCol w="5206181">
                  <a:extLst>
                    <a:ext uri="{9D8B030D-6E8A-4147-A177-3AD203B41FA5}">
                      <a16:colId xmlns:a16="http://schemas.microsoft.com/office/drawing/2014/main" val="1078002653"/>
                    </a:ext>
                  </a:extLst>
                </a:gridCol>
                <a:gridCol w="2519516">
                  <a:extLst>
                    <a:ext uri="{9D8B030D-6E8A-4147-A177-3AD203B41FA5}">
                      <a16:colId xmlns:a16="http://schemas.microsoft.com/office/drawing/2014/main" val="1806022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3200" b="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3200" b="0" dirty="0"/>
                        <a:t>Agenda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3200" b="0" dirty="0"/>
                        <a:t>Action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4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3200" b="1" dirty="0"/>
                        <a:t>4 – 5 Jun 2026 (W13)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3200" b="1" dirty="0"/>
                        <a:t>FYP Symposium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3200" b="1" dirty="0"/>
                        <a:t>Student, Supervisor &amp; Examiner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79159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27B595-28BF-FA4A-AC76-FB0DBB27C3E7}"/>
              </a:ext>
            </a:extLst>
          </p:cNvPr>
          <p:cNvSpPr txBox="1">
            <a:spLocks/>
          </p:cNvSpPr>
          <p:nvPr/>
        </p:nvSpPr>
        <p:spPr>
          <a:xfrm>
            <a:off x="838200" y="4719484"/>
            <a:ext cx="10515600" cy="1767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Poster presentation</a:t>
            </a:r>
          </a:p>
        </p:txBody>
      </p:sp>
    </p:spTree>
    <p:extLst>
      <p:ext uri="{BB962C8B-B14F-4D97-AF65-F5344CB8AC3E}">
        <p14:creationId xmlns:p14="http://schemas.microsoft.com/office/powerpoint/2010/main" val="954644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D965-413E-EF4F-AA5C-F3980324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Dates After Symposium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F4C34F-CECF-6F4C-BDDC-F05157BC09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124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484">
                  <a:extLst>
                    <a:ext uri="{9D8B030D-6E8A-4147-A177-3AD203B41FA5}">
                      <a16:colId xmlns:a16="http://schemas.microsoft.com/office/drawing/2014/main" val="198984715"/>
                    </a:ext>
                  </a:extLst>
                </a:gridCol>
                <a:gridCol w="6282813">
                  <a:extLst>
                    <a:ext uri="{9D8B030D-6E8A-4147-A177-3AD203B41FA5}">
                      <a16:colId xmlns:a16="http://schemas.microsoft.com/office/drawing/2014/main" val="1078002653"/>
                    </a:ext>
                  </a:extLst>
                </a:gridCol>
                <a:gridCol w="2180303">
                  <a:extLst>
                    <a:ext uri="{9D8B030D-6E8A-4147-A177-3AD203B41FA5}">
                      <a16:colId xmlns:a16="http://schemas.microsoft.com/office/drawing/2014/main" val="1806022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Agenda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Action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4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19 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Final date for examiners to give their comments and feedbacks (if any)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Examiner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79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26 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Final date for submission of assessment mark to FYP System (Online)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Supervisor &amp; Examiner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60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4 – 26 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Amendment period for FYP (if any)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526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6 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Submission of final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Student &amp; Supervisor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116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832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EC92D-B202-DF4D-B34F-10BEFD885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Chapters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F6B58-655F-444E-A0AA-E8F7FA1A1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Chapter 1: Introduction</a:t>
            </a:r>
          </a:p>
          <a:p>
            <a:pPr marL="0" indent="0">
              <a:buNone/>
            </a:pPr>
            <a:r>
              <a:rPr lang="en-US" dirty="0"/>
              <a:t>Chapter 2: Literature Review</a:t>
            </a:r>
          </a:p>
          <a:p>
            <a:pPr marL="0" indent="0">
              <a:buNone/>
            </a:pPr>
            <a:r>
              <a:rPr lang="en-US" dirty="0"/>
              <a:t>Chapter 3: Methodology</a:t>
            </a:r>
          </a:p>
          <a:p>
            <a:pPr marL="0" indent="0">
              <a:buNone/>
            </a:pPr>
            <a:r>
              <a:rPr lang="en-US" dirty="0"/>
              <a:t>Chapter 4: Implementation and Testing</a:t>
            </a:r>
          </a:p>
          <a:p>
            <a:pPr marL="0" indent="0">
              <a:buNone/>
            </a:pPr>
            <a:r>
              <a:rPr lang="en-US" dirty="0"/>
              <a:t>Chapter 5: Conclusion and Future Works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</a:t>
            </a:r>
            <a:r>
              <a:rPr lang="en-US" i="1" dirty="0"/>
              <a:t>Discuss with supervisor for actual chapter structure</a:t>
            </a:r>
          </a:p>
        </p:txBody>
      </p:sp>
    </p:spTree>
    <p:extLst>
      <p:ext uri="{BB962C8B-B14F-4D97-AF65-F5344CB8AC3E}">
        <p14:creationId xmlns:p14="http://schemas.microsoft.com/office/powerpoint/2010/main" val="1300991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B4A65-5B48-CE4A-9598-F2DE1D3E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 and Approval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5C05E-D200-8140-9179-79EEFEBAC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thesis submission through FYP System</a:t>
            </a:r>
          </a:p>
          <a:p>
            <a:r>
              <a:rPr lang="en-US" b="1" dirty="0"/>
              <a:t>MUST</a:t>
            </a:r>
            <a:r>
              <a:rPr lang="en-US" dirty="0"/>
              <a:t> be approved by Supervisor. Disapproved project will be considered as </a:t>
            </a:r>
            <a:r>
              <a:rPr lang="en-US" b="1" dirty="0"/>
              <a:t>fail</a:t>
            </a:r>
          </a:p>
          <a:p>
            <a:r>
              <a:rPr lang="en-US" dirty="0"/>
              <a:t>Approval process is similar to FYP 1</a:t>
            </a:r>
          </a:p>
        </p:txBody>
      </p:sp>
    </p:spTree>
    <p:extLst>
      <p:ext uri="{BB962C8B-B14F-4D97-AF65-F5344CB8AC3E}">
        <p14:creationId xmlns:p14="http://schemas.microsoft.com/office/powerpoint/2010/main" val="1638016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AFE30-D37F-A64F-8370-8A0CB991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0037A-6DB0-4B46-8B7D-CAE30171E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Officially registered through the UNIMAS student system</a:t>
            </a:r>
          </a:p>
          <a:p>
            <a:r>
              <a:rPr lang="en-US" dirty="0"/>
              <a:t>Register in the FYP System</a:t>
            </a:r>
          </a:p>
          <a:p>
            <a:r>
              <a:rPr lang="en-US" dirty="0"/>
              <a:t>Enroll to </a:t>
            </a:r>
            <a:r>
              <a:rPr lang="en-US" dirty="0" err="1"/>
              <a:t>eLeap</a:t>
            </a:r>
            <a:endParaRPr lang="en-US" dirty="0"/>
          </a:p>
          <a:p>
            <a:r>
              <a:rPr lang="en-US" dirty="0"/>
              <a:t>Submit all the submissions in time</a:t>
            </a:r>
          </a:p>
          <a:p>
            <a:r>
              <a:rPr lang="en-US" dirty="0"/>
              <a:t>Final thesis submission must be approved by supervisor</a:t>
            </a:r>
          </a:p>
        </p:txBody>
      </p:sp>
    </p:spTree>
    <p:extLst>
      <p:ext uri="{BB962C8B-B14F-4D97-AF65-F5344CB8AC3E}">
        <p14:creationId xmlns:p14="http://schemas.microsoft.com/office/powerpoint/2010/main" val="2005268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E964-5CC3-FE47-945E-E9351D94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Announcement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3D4EA-8723-4B4D-B45D-680003907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class, tentatively will be on Week 3 (check announcement in </a:t>
            </a:r>
            <a:r>
              <a:rPr lang="en-US" dirty="0" err="1"/>
              <a:t>eLeap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Compulsory to attend talk: </a:t>
            </a:r>
            <a:r>
              <a:rPr lang="en-US" b="1" i="1" dirty="0"/>
              <a:t>From Campus to Corporate: The Industry Readiness Roadmap</a:t>
            </a:r>
          </a:p>
          <a:p>
            <a:pPr lvl="1"/>
            <a:r>
              <a:rPr lang="en-US" dirty="0"/>
              <a:t>2:00PM – 4:00PM</a:t>
            </a:r>
          </a:p>
          <a:p>
            <a:pPr lvl="1"/>
            <a:r>
              <a:rPr lang="en-US" dirty="0"/>
              <a:t>8 April 2026</a:t>
            </a:r>
          </a:p>
          <a:p>
            <a:pPr lvl="1"/>
            <a:r>
              <a:rPr lang="en-US" dirty="0"/>
              <a:t>Venue to be announced</a:t>
            </a:r>
          </a:p>
        </p:txBody>
      </p:sp>
    </p:spTree>
    <p:extLst>
      <p:ext uri="{BB962C8B-B14F-4D97-AF65-F5344CB8AC3E}">
        <p14:creationId xmlns:p14="http://schemas.microsoft.com/office/powerpoint/2010/main" val="2624640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E964-5CC3-FE47-945E-E9351D94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Points/Warning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3D4EA-8723-4B4D-B45D-680003907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Thesis’s number of pages: </a:t>
            </a:r>
            <a:r>
              <a:rPr lang="en-US" b="1" dirty="0"/>
              <a:t>±100 pages</a:t>
            </a:r>
          </a:p>
          <a:p>
            <a:r>
              <a:rPr lang="en-US" dirty="0"/>
              <a:t>Frequent discussion with supervisor</a:t>
            </a:r>
          </a:p>
          <a:p>
            <a:pPr lvl="1"/>
            <a:r>
              <a:rPr lang="en-US" dirty="0"/>
              <a:t>Grade F if submission is disapproved by supervisor</a:t>
            </a:r>
          </a:p>
          <a:p>
            <a:r>
              <a:rPr lang="en-US" dirty="0"/>
              <a:t>All submissions must be done through FYP System.</a:t>
            </a:r>
          </a:p>
          <a:p>
            <a:pPr lvl="1"/>
            <a:r>
              <a:rPr lang="en-US" dirty="0"/>
              <a:t>Do not submit through email</a:t>
            </a:r>
          </a:p>
          <a:p>
            <a:pPr lvl="1"/>
            <a:r>
              <a:rPr lang="en-US" dirty="0"/>
              <a:t>After submit, email to inform you supervisor</a:t>
            </a:r>
          </a:p>
          <a:p>
            <a:r>
              <a:rPr lang="en-US" dirty="0"/>
              <a:t>Participate in FYP Symposium</a:t>
            </a:r>
          </a:p>
          <a:p>
            <a:r>
              <a:rPr lang="en-US" dirty="0"/>
              <a:t>Pay attention to </a:t>
            </a:r>
            <a:r>
              <a:rPr lang="en-US" dirty="0" err="1"/>
              <a:t>eLeap’s</a:t>
            </a:r>
            <a:r>
              <a:rPr lang="en-US" dirty="0"/>
              <a:t> announcement</a:t>
            </a:r>
          </a:p>
          <a:p>
            <a:r>
              <a:rPr lang="en-US" dirty="0"/>
              <a:t>Be punctual</a:t>
            </a:r>
          </a:p>
          <a:p>
            <a:pPr lvl="1"/>
            <a:r>
              <a:rPr lang="en-US" dirty="0"/>
              <a:t>QR attendance will be shown once and you must take the attendance</a:t>
            </a:r>
          </a:p>
          <a:p>
            <a:pPr lvl="1"/>
            <a:r>
              <a:rPr lang="en-US" dirty="0"/>
              <a:t>Let me know immediately and not after the class if you can’t scan</a:t>
            </a:r>
          </a:p>
        </p:txBody>
      </p:sp>
    </p:spTree>
    <p:extLst>
      <p:ext uri="{BB962C8B-B14F-4D97-AF65-F5344CB8AC3E}">
        <p14:creationId xmlns:p14="http://schemas.microsoft.com/office/powerpoint/2010/main" val="3604600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528</Words>
  <Application>Microsoft Macintosh PowerPoint</Application>
  <PresentationFormat>Widescreen</PresentationFormat>
  <Paragraphs>105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Theme</vt:lpstr>
      <vt:lpstr>Briefing Final Year Project 2</vt:lpstr>
      <vt:lpstr> </vt:lpstr>
      <vt:lpstr>FYP Systems</vt:lpstr>
      <vt:lpstr>List of Documents</vt:lpstr>
      <vt:lpstr>Important Dates</vt:lpstr>
      <vt:lpstr>Symposium Date</vt:lpstr>
      <vt:lpstr>Important Dates After Symposium</vt:lpstr>
      <vt:lpstr>Common Chapters Structure</vt:lpstr>
      <vt:lpstr>Submission and Approval</vt:lpstr>
      <vt:lpstr>Reminders</vt:lpstr>
      <vt:lpstr>Important Announcement</vt:lpstr>
      <vt:lpstr>Important Points/Warning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Final Year Project 2</dc:title>
  <dc:creator>Chiew Kang Leng</dc:creator>
  <cp:lastModifiedBy>Chiew Kang Leng</cp:lastModifiedBy>
  <cp:revision>65</cp:revision>
  <dcterms:created xsi:type="dcterms:W3CDTF">2026-03-01T07:27:29Z</dcterms:created>
  <dcterms:modified xsi:type="dcterms:W3CDTF">2026-04-07T00:23:15Z</dcterms:modified>
</cp:coreProperties>
</file>