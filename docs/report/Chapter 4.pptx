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ew Kang Leng" userId="f9a0acb2-2b24-4eba-9292-2e4e00e75fb0" providerId="ADAL" clId="{27425B7C-2DC7-5948-8201-BFCA9A00159B}"/>
    <pc:docChg chg="custSel modSld">
      <pc:chgData name="Chiew Kang Leng" userId="f9a0acb2-2b24-4eba-9292-2e4e00e75fb0" providerId="ADAL" clId="{27425B7C-2DC7-5948-8201-BFCA9A00159B}" dt="2026-03-24T05:37:22.909" v="60" actId="27636"/>
      <pc:docMkLst>
        <pc:docMk/>
      </pc:docMkLst>
      <pc:sldChg chg="modSp mod">
        <pc:chgData name="Chiew Kang Leng" userId="f9a0acb2-2b24-4eba-9292-2e4e00e75fb0" providerId="ADAL" clId="{27425B7C-2DC7-5948-8201-BFCA9A00159B}" dt="2026-03-24T05:37:22.909" v="60" actId="27636"/>
        <pc:sldMkLst>
          <pc:docMk/>
          <pc:sldMk cId="4164136875" sldId="258"/>
        </pc:sldMkLst>
        <pc:spChg chg="mod">
          <ac:chgData name="Chiew Kang Leng" userId="f9a0acb2-2b24-4eba-9292-2e4e00e75fb0" providerId="ADAL" clId="{27425B7C-2DC7-5948-8201-BFCA9A00159B}" dt="2026-03-24T05:37:22.909" v="60" actId="27636"/>
          <ac:spMkLst>
            <pc:docMk/>
            <pc:sldMk cId="4164136875" sldId="258"/>
            <ac:spMk id="3" creationId="{D0E1752B-410A-24E0-BFDC-EBAF0D05EB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E1440-8542-BC4B-F3E5-F93E2AAACF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74A39-24B4-4D71-BB97-6CF139E08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A9B0F-368B-4040-7E17-B93513C69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340C0-673F-8C29-158F-AADC9F160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6AC7A-14E1-8DE1-ADBC-DA6CF8921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2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E09B-946E-A8CE-192B-9E1F8D5C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7A3D1-9066-A79E-91EF-ECBFA220C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7EAE0-43DE-0C21-AE57-CD96E983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E583B-1369-96D4-25FE-AC06CF56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23946-B96A-BEB0-CA92-3A879BC83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2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BA2E7-88C6-B6E2-EF57-C78805E50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90AEB-6E77-6718-AD7C-D038A80E5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1A829-35E5-F4BC-8799-0C442034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FA814-7D10-F23F-7967-4ED053BC1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98539-3931-D1E9-DC2E-3BBD2CC3F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34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68F6E-50DB-9242-7EE0-F5725307C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AD41-F944-B5E0-E207-EB57BB114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1CD41-F990-BE10-DB86-1547B8985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B0C3E-514B-137C-AF8E-14B27FBA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BA95E-DA8E-8DC2-EC4B-D6E44D872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C5CF1-7FBA-2CA3-27AB-D8DF5E7B3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8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2283-DA65-A9C7-6393-4FB8D44D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445E5-F46C-AD0A-11E5-A0E61FD9A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9376D-6CBC-D738-6F9C-BDF8420FB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CA6453-54D3-01D7-71BB-0C517EDBF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BB317-5EFD-2F3A-29A5-347485C4E3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8BE0DE-EFDE-9BB0-3ED1-5043CAC5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80427F-D8C9-C533-8CE3-F341913B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65A3E-1EDE-E717-3ED4-E8674755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8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740C-0094-F80C-C8C3-806E1076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4071A-FAA3-DD4F-07D5-E2318E3E7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3A266-4597-E8E9-9A57-88062D9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68CB4-4390-5DDC-BC52-D8DC1BC9C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3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8DE22-7726-820D-939D-C1D1859C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FFB5C6-62CC-9999-F946-9D393D1B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5A9A0-0A69-4188-B10B-7F11F564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49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B3D60-4690-5AD5-5A93-E9763404F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8F601-1C29-A163-020E-962FC8597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C3699-2392-E8E4-ED9D-F49DE2482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B1B1A-3477-919A-453D-614D4B30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BDA1D-32A2-41B0-4C7C-148F1C300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A1CCA-F8C9-0B48-9DAC-FFE77F283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2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941E7-A1DE-1E5D-29BE-6C1CE587C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BA29B4-A9DA-9C19-3009-4A52B1E996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00D15-1637-2653-F489-794464506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FF4E11-D1DF-082D-C33A-0590A8BBA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07552-1D18-28CB-FD38-0C47EF2E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A33C0-82D9-18D0-A955-4C715C843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6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EA09-7D57-684E-605D-E740122B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AEE6A-3024-D914-CE43-378C049B6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461C3-DA55-45E5-0E08-C85FF89C7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2F98A-1D71-6B17-2D42-8BEEF346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1C62B-6338-F4D2-5D8E-1510AFA6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0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042177-4C51-92A2-DA18-889186B644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009E5-F1C2-7FF8-567F-0D29924DD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32684-1272-B340-FB0F-AE9EB8E6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F8BE4-7813-D1BD-7DF1-7AE2E5B71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78165-F711-232E-F97E-D4693B487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4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F526FE-F900-481C-3731-5997486CB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C4BB09-6F9C-4D24-9252-B9630050D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7EF51-FEA5-E1B3-ABA6-5814582211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0DFB9-3688-234D-A825-61D6755CEB0E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3D196-ED9C-404D-5E6F-E5B33174E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1BDDE-5A05-45BC-A129-2CF50F357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990D0-130A-4B4E-91C7-EE04F9051B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07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F490-4CF9-86F3-7DE7-8AED3A9FF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3D19F0-D8A4-4F12-F5CA-4C608E88C2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TMF4935 Final </a:t>
            </a:r>
            <a:r>
              <a:rPr lang="en-US"/>
              <a:t>Year Project II</a:t>
            </a:r>
          </a:p>
        </p:txBody>
      </p:sp>
    </p:spTree>
    <p:extLst>
      <p:ext uri="{BB962C8B-B14F-4D97-AF65-F5344CB8AC3E}">
        <p14:creationId xmlns:p14="http://schemas.microsoft.com/office/powerpoint/2010/main" val="449652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09CE-40BC-178C-896E-D1AF6CF5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Development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F85D-D1DD-AAE8-9F9B-83A42ED02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Possible sections</a:t>
            </a:r>
          </a:p>
          <a:p>
            <a:pPr lvl="1"/>
            <a:r>
              <a:rPr lang="en-US" dirty="0"/>
              <a:t>System requirements (hardware and software)</a:t>
            </a:r>
          </a:p>
          <a:p>
            <a:pPr lvl="1"/>
            <a:r>
              <a:rPr lang="en-US" dirty="0"/>
              <a:t>System development (installation and configuration, e.g., XAMP, Android studio)</a:t>
            </a:r>
          </a:p>
          <a:p>
            <a:pPr lvl="1"/>
            <a:r>
              <a:rPr lang="en-US" dirty="0"/>
              <a:t>Backend and frontend implementation</a:t>
            </a:r>
          </a:p>
          <a:p>
            <a:pPr lvl="1"/>
            <a:r>
              <a:rPr lang="en-US" dirty="0"/>
              <a:t>GUI implementation</a:t>
            </a:r>
          </a:p>
          <a:p>
            <a:pPr lvl="1"/>
            <a:r>
              <a:rPr lang="en-US" dirty="0"/>
              <a:t>Testing (e.g., functional testing, unit testing)</a:t>
            </a:r>
          </a:p>
          <a:p>
            <a:r>
              <a:rPr lang="en-US" dirty="0"/>
              <a:t>Do not put the source code (snippet or pseudocode is acceptable)</a:t>
            </a:r>
          </a:p>
        </p:txBody>
      </p:sp>
    </p:spTree>
    <p:extLst>
      <p:ext uri="{BB962C8B-B14F-4D97-AF65-F5344CB8AC3E}">
        <p14:creationId xmlns:p14="http://schemas.microsoft.com/office/powerpoint/2010/main" val="114041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9E28A-7F4E-A1E7-94FF-A6B77D34C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Research-Based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1752B-410A-24E0-BFDC-EBAF0D05E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Possible sections</a:t>
            </a:r>
          </a:p>
          <a:p>
            <a:pPr lvl="1"/>
            <a:r>
              <a:rPr lang="en-US" dirty="0"/>
              <a:t>System requirements (hardware and software)</a:t>
            </a:r>
          </a:p>
          <a:p>
            <a:pPr lvl="1"/>
            <a:r>
              <a:rPr lang="en-US" dirty="0"/>
              <a:t>System development (installation and configuration, e.g., CUDA)</a:t>
            </a:r>
          </a:p>
          <a:p>
            <a:pPr lvl="1"/>
            <a:r>
              <a:rPr lang="en-US" dirty="0"/>
              <a:t>Data collection process</a:t>
            </a:r>
          </a:p>
          <a:p>
            <a:pPr lvl="1"/>
            <a:r>
              <a:rPr lang="en-US" dirty="0"/>
              <a:t>Data processing</a:t>
            </a:r>
          </a:p>
          <a:p>
            <a:pPr lvl="1"/>
            <a:r>
              <a:rPr lang="en-US" dirty="0"/>
              <a:t>Data augmentation</a:t>
            </a:r>
          </a:p>
          <a:p>
            <a:pPr lvl="1"/>
            <a:r>
              <a:rPr lang="en-US" dirty="0"/>
              <a:t>Training, validation, tuning, testing</a:t>
            </a:r>
          </a:p>
          <a:p>
            <a:pPr lvl="1"/>
            <a:r>
              <a:rPr lang="en-US" dirty="0"/>
              <a:t>Web-based system deployment</a:t>
            </a:r>
          </a:p>
          <a:p>
            <a:r>
              <a:rPr lang="en-US"/>
              <a:t>Do </a:t>
            </a:r>
            <a:r>
              <a:rPr lang="en-US" dirty="0"/>
              <a:t>not put the source code (snippet or pseudocode is acceptable)</a:t>
            </a:r>
          </a:p>
          <a:p>
            <a:r>
              <a:rPr lang="en-US" dirty="0"/>
              <a:t>Result analysis (if you don’t have chapter 5)</a:t>
            </a:r>
          </a:p>
        </p:txBody>
      </p:sp>
    </p:spTree>
    <p:extLst>
      <p:ext uri="{BB962C8B-B14F-4D97-AF65-F5344CB8AC3E}">
        <p14:creationId xmlns:p14="http://schemas.microsoft.com/office/powerpoint/2010/main" val="416413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5299-EE62-4B4E-2003-FE1AE4427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CEBE4-A0D3-A348-48E9-FD77282C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following prompt to write a good snippet</a:t>
            </a:r>
          </a:p>
          <a:p>
            <a:endParaRPr lang="en-US" dirty="0"/>
          </a:p>
          <a:p>
            <a:pPr marL="541338" indent="0" algn="just">
              <a:buNone/>
            </a:pPr>
            <a:r>
              <a:rPr lang="en-US" sz="25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What is snippet? Why we need it in the thesis writing, especially in Chapter 4: Implementation. How do we decide when to use it? How to convert a long complete source code to snippet (what to exclude and include from the complete source code)? Show the example of the conversion process</a:t>
            </a:r>
          </a:p>
          <a:p>
            <a:pPr marL="541338" indent="0" algn="just">
              <a:buNone/>
            </a:pPr>
            <a:endParaRPr lang="en-US" sz="25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Do not screenshot from DLE and paste the code</a:t>
            </a:r>
          </a:p>
          <a:p>
            <a:pPr marL="541338" indent="0" algn="just">
              <a:buNone/>
            </a:pPr>
            <a:endParaRPr lang="en-US" sz="25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31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0E964-5CC3-FE47-945E-E9351D94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Announcement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3D4EA-8723-4B4D-B45D-680003907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 class, tentatively will be on Week 3 (check announcement in </a:t>
            </a:r>
            <a:r>
              <a:rPr lang="en-US" dirty="0" err="1"/>
              <a:t>eLeap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Compulsory to attend talk: </a:t>
            </a:r>
            <a:r>
              <a:rPr lang="en-US" b="1" i="1" dirty="0"/>
              <a:t>From Campus to Corporate: The Industry Readiness Roadmap</a:t>
            </a:r>
          </a:p>
          <a:p>
            <a:pPr lvl="1"/>
            <a:r>
              <a:rPr lang="en-US" dirty="0"/>
              <a:t>2:00PM – 4:00PM</a:t>
            </a:r>
          </a:p>
          <a:p>
            <a:pPr lvl="1"/>
            <a:r>
              <a:rPr lang="en-US" dirty="0"/>
              <a:t>8 April 2026</a:t>
            </a:r>
          </a:p>
          <a:p>
            <a:pPr lvl="1"/>
            <a:r>
              <a:rPr lang="en-US" dirty="0"/>
              <a:t>Venue to be announced</a:t>
            </a:r>
          </a:p>
        </p:txBody>
      </p:sp>
    </p:spTree>
    <p:extLst>
      <p:ext uri="{BB962C8B-B14F-4D97-AF65-F5344CB8AC3E}">
        <p14:creationId xmlns:p14="http://schemas.microsoft.com/office/powerpoint/2010/main" val="262464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248</Words>
  <Application>Microsoft Macintosh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Chapter 4</vt:lpstr>
      <vt:lpstr>System Development Project</vt:lpstr>
      <vt:lpstr>Research-Based Project</vt:lpstr>
      <vt:lpstr>Snippet</vt:lpstr>
      <vt:lpstr>Important Announcement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Chiew Kang Leng</dc:creator>
  <cp:lastModifiedBy>Chiew Kang Leng</cp:lastModifiedBy>
  <cp:revision>16</cp:revision>
  <dcterms:created xsi:type="dcterms:W3CDTF">2026-03-24T00:51:30Z</dcterms:created>
  <dcterms:modified xsi:type="dcterms:W3CDTF">2026-03-24T05:37:23Z</dcterms:modified>
</cp:coreProperties>
</file>